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56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1F3F-89F3-EEF7-35C9-13DC4D005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8D3B1-D195-7F4B-A0BD-73E04F527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A8E00-0EF3-F5EC-DE40-DDEC32394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7281-7C46-4A3F-BC22-9FF7C23537F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2EB7C-A263-14E6-8C3B-5A0A349C3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3722F-E36B-29C0-7A2F-A6E4B1125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25AD8-50A1-43EF-8440-216BDC642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435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061C-2388-920F-F10E-BAEC4DBD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26D14-98D9-982C-2E1B-450B21920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EA567-23A5-679B-4751-69F8F8098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7281-7C46-4A3F-BC22-9FF7C23537F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C0B1F-61FE-358D-4814-E50C5DC0E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4C17A-DEC0-464E-1B62-1CAF8D9E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25AD8-50A1-43EF-8440-216BDC642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88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C43B-EBAA-2DC4-9C7B-310F0DB11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1116B-7EEB-DF6B-C79E-2A59ECE4E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76C75-AC7F-3CAF-217C-15B9CB41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7281-7C46-4A3F-BC22-9FF7C23537F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C24C5-1CE4-46A2-43FD-8A484369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86AEC-1EF9-BB23-46D2-25BF0883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25AD8-50A1-43EF-8440-216BDC642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997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5DA89-4E7E-D1CB-DE2C-7D14D91F0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E5CA3-1471-98DA-2944-A6B517373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144AE-F721-1443-518B-0D1075241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9D0EA-2323-BCB3-2F85-53ED4E12A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7281-7C46-4A3F-BC22-9FF7C23537F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935BC-BD8F-88C1-3773-8CE061DF2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E3282-3A38-11EE-BA8D-8F2A2D2C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25AD8-50A1-43EF-8440-216BDC642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92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92B2F-7F85-A150-AEA0-49992E06F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5F93C-286F-022D-1B7D-C06D949F6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7E0D4-484B-1CBA-4604-C539B5BEF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C4E49F-992A-4C13-97D2-9306EEBD4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C9F2FF-076E-5F79-0CE8-36D08CF61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26710F-E493-9CCC-A9A8-DA93CBE85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7281-7C46-4A3F-BC22-9FF7C23537F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652DC5-5A92-3916-E48D-5D49B310B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4CEA98-F25D-2B8E-30B3-FA740CF85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25AD8-50A1-43EF-8440-216BDC642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774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8493-9A3D-12D5-4A26-BE06431C2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99B799-6145-16E5-8B4E-B04226B4C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7281-7C46-4A3F-BC22-9FF7C23537F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0404A5-67C8-8BFF-96C3-A5CB7A3FC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F23F9-A2F7-5993-50D9-504CDC22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25AD8-50A1-43EF-8440-216BDC642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424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D0189-CC57-9D1A-D6EC-34EF2E0C4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7281-7C46-4A3F-BC22-9FF7C23537F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EE3E50-9A7C-3E49-BF15-69745D7D8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53B73-60F1-5597-BD9A-EBCA7D25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25AD8-50A1-43EF-8440-216BDC642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908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49EDE-C8C8-4A63-3C98-1A03FB0F8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95D4A-2A1E-6AE1-9B80-4402D89D3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2C5D59-EE3A-CEED-A1A4-226186493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5D327-274A-4B34-96C1-C34A307FC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7281-7C46-4A3F-BC22-9FF7C23537F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72ED2-5543-2381-EAE9-6554435D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F0CC9-468E-1A78-A7A2-73ED59A2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25AD8-50A1-43EF-8440-216BDC642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3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2C271-FB10-E8C3-2314-0175C7C61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9BCABD-0B25-D62B-69E1-66897951D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02DC0-27D9-AFCB-A296-2C1CA78B3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28CF3-2BD2-EFAB-41E9-43709C21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7281-7C46-4A3F-BC22-9FF7C23537F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A982B-5073-E4C9-0AE5-E2531458C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E53C7-9086-4A00-8F41-9757DE2BE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25AD8-50A1-43EF-8440-216BDC642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698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9C75-D042-40EB-B85B-B6870193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FC83E9-A69A-5E0C-AFE0-0B8F3DF14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FC057-647E-0F09-AB89-6235366C2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7281-7C46-4A3F-BC22-9FF7C23537F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E3285-2F78-DA7B-72DE-DCAFD1F21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4CBBB-C7CD-C947-96AE-208DB543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25AD8-50A1-43EF-8440-216BDC642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524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20DEEF-FCA0-BAA3-EE90-ECB4850E8E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2AEFB-E451-A29E-9FB8-536C755D3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1ECE1-D093-50B2-1FDD-4554AC66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7281-7C46-4A3F-BC22-9FF7C23537F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D75A6-6C07-3E2B-65F2-B46939607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6B97E-3580-E1DB-6AC7-49A486F6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25AD8-50A1-43EF-8440-216BDC642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199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A4A483-28A8-0C46-2F4E-726FBE899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6D1BB-7F5B-A3CD-D4F7-81A7A1656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0F98C-2002-6CB5-DCE4-E0E26D735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117281-7C46-4A3F-BC22-9FF7C23537F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AF306-81ED-F502-4DAF-93F5DDAA0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7902F-77B3-36B3-E68F-AF913CDD6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25AD8-50A1-43EF-8440-216BDC642E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21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E8A0A-F53B-0242-F91F-79E32F537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9767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/>
              <a:t>🎯 Project Title:</a:t>
            </a:r>
            <a:br>
              <a:rPr lang="en-US" sz="2800" dirty="0"/>
            </a:br>
            <a:br>
              <a:rPr lang="en-US" sz="2800" dirty="0"/>
            </a:b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B5B05-796C-07D9-7EA0-9506EF849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77704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📊 </a:t>
            </a:r>
            <a:r>
              <a:rPr lang="en-US" sz="2800" i="1" dirty="0"/>
              <a:t>Sales Data Analytics Dashboard with ML Prediction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5458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EDF2B-17C6-258B-59E9-952A74F26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64025"/>
            <a:ext cx="9144000" cy="1856094"/>
          </a:xfrm>
        </p:spPr>
        <p:txBody>
          <a:bodyPr>
            <a:noAutofit/>
          </a:bodyPr>
          <a:lstStyle/>
          <a:p>
            <a:pPr algn="l"/>
            <a:r>
              <a:rPr lang="en-US" sz="3200" b="1" dirty="0"/>
              <a:t>🎯 Project Objective</a:t>
            </a:r>
            <a:br>
              <a:rPr lang="en-US" sz="2800" b="1" dirty="0"/>
            </a:br>
            <a:br>
              <a:rPr lang="en-US" sz="2800" dirty="0"/>
            </a:b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507BF-1578-B7A0-C271-71D3EFCE3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1504"/>
            <a:ext cx="9144000" cy="3456296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👉 To build an interactive dashboard that: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Cleans raw sales data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Visualizes insights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Stores data in database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Predicts future sales using ML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01851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4749-69CF-F831-5C26-DDA4FFC64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4992" y="671987"/>
            <a:ext cx="9144000" cy="679141"/>
          </a:xfrm>
        </p:spPr>
        <p:txBody>
          <a:bodyPr>
            <a:normAutofit/>
          </a:bodyPr>
          <a:lstStyle/>
          <a:p>
            <a:pPr algn="l"/>
            <a:r>
              <a:rPr lang="en-IN" sz="3200" dirty="0"/>
              <a:t>🎯 </a:t>
            </a:r>
            <a:r>
              <a:rPr lang="en-IN" sz="3200" b="1" dirty="0"/>
              <a:t>Problem Statement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263AD0-A86C-FF81-DB41-ED6F07209F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74992" y="1351128"/>
            <a:ext cx="9144000" cy="4985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👉 Businesses face issues like: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Unclean and inconsistent data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Difficulty in analyzing sales trends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forecasting for future sales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👉 Solution: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Build a single platform 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cleaning + analysis + prediction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5512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D8668-A62F-D768-1A14-835B71E29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77921"/>
            <a:ext cx="9144000" cy="822279"/>
          </a:xfrm>
        </p:spPr>
        <p:txBody>
          <a:bodyPr>
            <a:normAutofit/>
          </a:bodyPr>
          <a:lstStyle/>
          <a:p>
            <a:pPr algn="l"/>
            <a:r>
              <a:rPr lang="en-IN" sz="3200" dirty="0"/>
              <a:t>🎯 </a:t>
            </a:r>
            <a:r>
              <a:rPr lang="en-IN" sz="3200" b="1" dirty="0"/>
              <a:t>Tools &amp; Technologies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519A42-F103-D705-8CCE-D5A278D99C3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1354540"/>
            <a:ext cx="695126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🐍 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📊 Streamlit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🗄 MySQL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📈 Matplotlib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🤖 Scikit-learn </a:t>
            </a:r>
          </a:p>
        </p:txBody>
      </p:sp>
    </p:spTree>
    <p:extLst>
      <p:ext uri="{BB962C8B-B14F-4D97-AF65-F5344CB8AC3E}">
        <p14:creationId xmlns:p14="http://schemas.microsoft.com/office/powerpoint/2010/main" val="1776531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7E5C6-98E4-2D3C-E978-31A3BF6D7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3874"/>
            <a:ext cx="9144000" cy="624550"/>
          </a:xfrm>
        </p:spPr>
        <p:txBody>
          <a:bodyPr>
            <a:noAutofit/>
          </a:bodyPr>
          <a:lstStyle/>
          <a:p>
            <a:pPr algn="l"/>
            <a:r>
              <a:rPr lang="en-IN" sz="3200" dirty="0"/>
              <a:t>🎯 </a:t>
            </a:r>
            <a:r>
              <a:rPr lang="en-IN" sz="3200" b="1" dirty="0"/>
              <a:t>Project Architecture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78033E-A4FB-9BC0-139A-486977804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4751"/>
            <a:ext cx="9144000" cy="3845422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👉 Flow of project:</a:t>
            </a:r>
          </a:p>
          <a:p>
            <a:pPr algn="l">
              <a:buFont typeface="+mj-lt"/>
              <a:buAutoNum type="arabicPeriod"/>
            </a:pPr>
            <a:r>
              <a:rPr lang="en-US" sz="2800" dirty="0"/>
              <a:t>Upload Dataset (CSV/Excel) </a:t>
            </a:r>
          </a:p>
          <a:p>
            <a:pPr algn="l">
              <a:buFont typeface="+mj-lt"/>
              <a:buAutoNum type="arabicPeriod"/>
            </a:pPr>
            <a:r>
              <a:rPr lang="en-US" sz="2800" dirty="0"/>
              <a:t>Data Cleaning </a:t>
            </a:r>
          </a:p>
          <a:p>
            <a:pPr algn="l">
              <a:buFont typeface="+mj-lt"/>
              <a:buAutoNum type="arabicPeriod"/>
            </a:pPr>
            <a:r>
              <a:rPr lang="en-US" sz="2800" dirty="0"/>
              <a:t>Visualization </a:t>
            </a:r>
          </a:p>
          <a:p>
            <a:pPr algn="l">
              <a:buFont typeface="+mj-lt"/>
              <a:buAutoNum type="arabicPeriod"/>
            </a:pPr>
            <a:r>
              <a:rPr lang="en-US" sz="2800" dirty="0"/>
              <a:t>Store in MySQL </a:t>
            </a:r>
          </a:p>
          <a:p>
            <a:pPr algn="l">
              <a:buFont typeface="+mj-lt"/>
              <a:buAutoNum type="arabicPeriod"/>
            </a:pPr>
            <a:r>
              <a:rPr lang="en-US" sz="2800" dirty="0"/>
              <a:t>Download Cleaned Data </a:t>
            </a:r>
          </a:p>
          <a:p>
            <a:pPr algn="l">
              <a:buFont typeface="+mj-lt"/>
              <a:buAutoNum type="arabicPeriod"/>
            </a:pPr>
            <a:r>
              <a:rPr lang="en-US" sz="2800" dirty="0"/>
              <a:t>ML Prediction</a:t>
            </a:r>
          </a:p>
          <a:p>
            <a:pPr algn="l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70839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52187-0E38-C883-DD0A-2EC35B074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4860" y="767521"/>
            <a:ext cx="9144000" cy="56996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🎯 </a:t>
            </a:r>
            <a:r>
              <a:rPr lang="en-US" sz="3200" b="1" dirty="0"/>
              <a:t>Data Cleaning Module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A5F27C-A012-97DD-EBFF-063C39033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4860" y="1773237"/>
            <a:ext cx="9144000" cy="4477437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👉 Features: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/>
              <a:t>Remove duplicates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/>
              <a:t>Handle missing values: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800" dirty="0"/>
              <a:t>Mean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800" dirty="0"/>
              <a:t>Median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800" dirty="0"/>
              <a:t>Zero </a:t>
            </a:r>
          </a:p>
          <a:p>
            <a:pPr algn="l"/>
            <a:r>
              <a:rPr lang="en-US" sz="2800" dirty="0"/>
              <a:t>👉 Result:</a:t>
            </a:r>
            <a:br>
              <a:rPr lang="en-US" sz="2800" dirty="0"/>
            </a:br>
            <a:r>
              <a:rPr lang="en-US" sz="2800" dirty="0"/>
              <a:t>✔ Clean and structured dataset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82827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1149-21BA-6B50-C223-A39E79485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466" y="395785"/>
            <a:ext cx="9144000" cy="600501"/>
          </a:xfrm>
        </p:spPr>
        <p:txBody>
          <a:bodyPr>
            <a:normAutofit/>
          </a:bodyPr>
          <a:lstStyle/>
          <a:p>
            <a:pPr algn="l"/>
            <a:r>
              <a:rPr lang="en-IN" sz="3200" dirty="0"/>
              <a:t>🎯 </a:t>
            </a:r>
            <a:r>
              <a:rPr lang="en-IN" sz="3200" b="1" dirty="0"/>
              <a:t>Slide 7: Data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31631-556E-B78C-FB7B-348A7FB7E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46411"/>
            <a:ext cx="9144000" cy="5186149"/>
          </a:xfrm>
        </p:spPr>
        <p:txBody>
          <a:bodyPr>
            <a:noAutofit/>
          </a:bodyPr>
          <a:lstStyle/>
          <a:p>
            <a:pPr algn="l"/>
            <a:r>
              <a:rPr lang="en-IN" dirty="0"/>
              <a:t>👉 User selects: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X-axis column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Y-axis column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Chart type </a:t>
            </a:r>
          </a:p>
          <a:p>
            <a:pPr algn="l"/>
            <a:r>
              <a:rPr lang="en-IN" dirty="0"/>
              <a:t>👉 Charts: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Bar Chart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Line Chart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Pie Chart </a:t>
            </a:r>
          </a:p>
          <a:p>
            <a:pPr algn="l"/>
            <a:r>
              <a:rPr lang="en-IN" dirty="0"/>
              <a:t>👉 Helps in:</a:t>
            </a:r>
            <a:br>
              <a:rPr lang="en-IN" dirty="0"/>
            </a:br>
            <a:r>
              <a:rPr lang="en-IN" dirty="0"/>
              <a:t>✔ Understanding trends</a:t>
            </a:r>
            <a:br>
              <a:rPr lang="en-IN" dirty="0"/>
            </a:br>
            <a:r>
              <a:rPr lang="en-IN" dirty="0"/>
              <a:t>✔ Comparing categories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876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A8212-91C4-6B8C-4421-29EC64AEF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4149"/>
            <a:ext cx="9144000" cy="696036"/>
          </a:xfrm>
        </p:spPr>
        <p:txBody>
          <a:bodyPr>
            <a:normAutofit/>
          </a:bodyPr>
          <a:lstStyle/>
          <a:p>
            <a:pPr algn="l"/>
            <a:r>
              <a:rPr lang="en-IN" sz="3200" dirty="0"/>
              <a:t>🎯 </a:t>
            </a:r>
            <a:r>
              <a:rPr lang="en-IN" sz="3200" b="1" dirty="0"/>
              <a:t>MySQL Integration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04B93-3D81-8665-5E3E-EAE85C7F7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95816"/>
            <a:ext cx="9144000" cy="4108947"/>
          </a:xfrm>
        </p:spPr>
        <p:txBody>
          <a:bodyPr>
            <a:normAutofit/>
          </a:bodyPr>
          <a:lstStyle/>
          <a:p>
            <a:pPr algn="l"/>
            <a:r>
              <a:rPr lang="en-IN" sz="2800" dirty="0"/>
              <a:t>👉 Functionality: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dirty="0"/>
              <a:t>Connect to database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dirty="0"/>
              <a:t>Create table dynamically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dirty="0"/>
              <a:t>Insert cleaned data </a:t>
            </a:r>
          </a:p>
          <a:p>
            <a:pPr algn="l"/>
            <a:r>
              <a:rPr lang="en-IN" sz="2800" dirty="0"/>
              <a:t>👉 Benefit:</a:t>
            </a:r>
            <a:br>
              <a:rPr lang="en-IN" sz="2800" dirty="0"/>
            </a:br>
            <a:r>
              <a:rPr lang="en-IN" sz="2800" dirty="0"/>
              <a:t>✔ Persistent data storage</a:t>
            </a:r>
            <a:br>
              <a:rPr lang="en-IN" sz="2800" dirty="0"/>
            </a:br>
            <a:r>
              <a:rPr lang="en-IN" sz="2800" dirty="0"/>
              <a:t>✔ Easy retrieval for BI tools</a:t>
            </a:r>
          </a:p>
          <a:p>
            <a:pPr algn="l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03440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BC33A-CA79-CB49-CDC1-CCA84D233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3875" y="562805"/>
            <a:ext cx="9144000" cy="74738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🎯 </a:t>
            </a:r>
            <a:r>
              <a:rPr lang="en-US" sz="3200" b="1" dirty="0"/>
              <a:t>Machine Learning Model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B1FF0-9612-D17C-F542-84D470B3F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3875" y="1550727"/>
            <a:ext cx="9144000" cy="3756546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👉 Algorithm Used: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/>
              <a:t>Linear Regression </a:t>
            </a:r>
          </a:p>
          <a:p>
            <a:pPr algn="l"/>
            <a:r>
              <a:rPr lang="en-US" sz="2800" dirty="0"/>
              <a:t>👉 Why?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/>
              <a:t>Simple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/>
              <a:t>Fast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/>
              <a:t>Good for trend prediction</a:t>
            </a:r>
          </a:p>
          <a:p>
            <a:pPr algn="l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92126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E4FE2-A830-169D-7EFE-550AE0938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3748"/>
            <a:ext cx="9144000" cy="74738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🎯 </a:t>
            </a:r>
            <a:r>
              <a:rPr lang="en-US" sz="3200" b="1" dirty="0"/>
              <a:t>Prediction Output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98E42-E813-D07B-B3C3-BB941294F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30255"/>
            <a:ext cx="9144000" cy="3797490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👉 Displays: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/>
              <a:t>Future dates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/>
              <a:t>Predicted sales amount </a:t>
            </a:r>
          </a:p>
          <a:p>
            <a:pPr algn="l"/>
            <a:r>
              <a:rPr lang="en-US" sz="2800" dirty="0"/>
              <a:t>👉 Visualization: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/>
              <a:t>Actual vs Predicted graph</a:t>
            </a:r>
          </a:p>
          <a:p>
            <a:pPr algn="l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2056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74C1C-A603-C822-CF02-720090F0F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7798"/>
            <a:ext cx="9144000" cy="79157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🎯 </a:t>
            </a:r>
            <a:r>
              <a:rPr lang="en-US" sz="3200" b="1" dirty="0"/>
              <a:t>Key Features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22827-0178-3F77-77A0-62C6E34D8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32613"/>
            <a:ext cx="9144000" cy="3592773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800" dirty="0"/>
              <a:t>✔ End-to-End Data Pipeline</a:t>
            </a:r>
            <a:br>
              <a:rPr lang="en-US" sz="2800" dirty="0"/>
            </a:br>
            <a:r>
              <a:rPr lang="en-US" sz="2800" dirty="0"/>
              <a:t>✔ Interactive Dashboard</a:t>
            </a:r>
            <a:br>
              <a:rPr lang="en-US" sz="2800" dirty="0"/>
            </a:br>
            <a:r>
              <a:rPr lang="en-US" sz="2800" dirty="0"/>
              <a:t>✔ Real-time Data Processing</a:t>
            </a:r>
            <a:br>
              <a:rPr lang="en-US" sz="2800" dirty="0"/>
            </a:br>
            <a:r>
              <a:rPr lang="en-US" sz="2800" dirty="0"/>
              <a:t>✔ Machine Learning Integration</a:t>
            </a:r>
            <a:br>
              <a:rPr lang="en-US" sz="2800" dirty="0"/>
            </a:br>
            <a:r>
              <a:rPr lang="en-US" sz="2800" dirty="0"/>
              <a:t>✔ Download Option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45601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E2ED3-E68C-4438-14E1-C842BF004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62002"/>
            <a:ext cx="9144000" cy="638198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🎯 </a:t>
            </a:r>
            <a:r>
              <a:rPr lang="en-US" sz="3200" b="1" dirty="0"/>
              <a:t>Challenges Faced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994D4C-38F4-9AA5-7779-7803372E2B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1600200"/>
            <a:ext cx="857534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Date format issues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Missing values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MySQL data type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Handling dynamic datasets </a:t>
            </a:r>
          </a:p>
        </p:txBody>
      </p:sp>
    </p:spTree>
    <p:extLst>
      <p:ext uri="{BB962C8B-B14F-4D97-AF65-F5344CB8AC3E}">
        <p14:creationId xmlns:p14="http://schemas.microsoft.com/office/powerpoint/2010/main" val="308541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2E40A-5F68-F802-F601-59219E4D5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1571"/>
            <a:ext cx="9144000" cy="808630"/>
          </a:xfrm>
        </p:spPr>
        <p:txBody>
          <a:bodyPr>
            <a:normAutofit/>
          </a:bodyPr>
          <a:lstStyle/>
          <a:p>
            <a:pPr algn="l"/>
            <a:r>
              <a:rPr lang="fr-FR" sz="3200" dirty="0"/>
              <a:t>🎯 </a:t>
            </a:r>
            <a:r>
              <a:rPr lang="fr-FR" sz="3200" b="1" dirty="0"/>
              <a:t>Future Enhancements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5407F3-9926-FEB2-7AFB-CB928444E1B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1696739"/>
            <a:ext cx="805672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advanced ML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 prediction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Deploy on cloud (AWS)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Connect with Power BI </a:t>
            </a:r>
          </a:p>
        </p:txBody>
      </p:sp>
    </p:spTree>
    <p:extLst>
      <p:ext uri="{BB962C8B-B14F-4D97-AF65-F5344CB8AC3E}">
        <p14:creationId xmlns:p14="http://schemas.microsoft.com/office/powerpoint/2010/main" val="1691127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05D9E-9F08-4BB8-3BF7-319C5991C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96037"/>
            <a:ext cx="9144000" cy="904163"/>
          </a:xfrm>
        </p:spPr>
        <p:txBody>
          <a:bodyPr>
            <a:noAutofit/>
          </a:bodyPr>
          <a:lstStyle/>
          <a:p>
            <a:pPr algn="l"/>
            <a:r>
              <a:rPr lang="en-IN" sz="3200" b="1" dirty="0"/>
              <a:t>🎯 Conclusion</a:t>
            </a:r>
            <a:br>
              <a:rPr lang="en-IN" sz="2400" b="1" dirty="0"/>
            </a:b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8760D-F082-EA8F-5641-33CEBEF5B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69493"/>
            <a:ext cx="9144000" cy="4708477"/>
          </a:xfrm>
        </p:spPr>
        <p:txBody>
          <a:bodyPr>
            <a:noAutofit/>
          </a:bodyPr>
          <a:lstStyle/>
          <a:p>
            <a:pPr algn="l"/>
            <a:r>
              <a:rPr lang="en-IN" sz="2800" dirty="0"/>
              <a:t>👉 This project demonstrates: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dirty="0"/>
              <a:t>Data cleaning skills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dirty="0"/>
              <a:t>Data visualization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dirty="0"/>
              <a:t>Database integration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dirty="0"/>
              <a:t>Machine learning basics </a:t>
            </a:r>
          </a:p>
          <a:p>
            <a:pPr algn="l"/>
            <a:r>
              <a:rPr lang="en-IN" sz="2800" dirty="0"/>
              <a:t>👉 Useful for:</a:t>
            </a:r>
          </a:p>
          <a:p>
            <a:pPr algn="l"/>
            <a:br>
              <a:rPr lang="en-IN" sz="2800" dirty="0"/>
            </a:br>
            <a:r>
              <a:rPr lang="en-IN" sz="2800" dirty="0"/>
              <a:t>✔ Business analytics</a:t>
            </a:r>
            <a:br>
              <a:rPr lang="en-IN" sz="2800" dirty="0"/>
            </a:br>
            <a:r>
              <a:rPr lang="en-IN" sz="2800" dirty="0"/>
              <a:t>✔ Sales forecasting</a:t>
            </a:r>
          </a:p>
          <a:p>
            <a:pPr algn="l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06014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DC1E-1D04-9C56-F05A-420BF19F0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28049"/>
            <a:ext cx="9144000" cy="1105468"/>
          </a:xfrm>
        </p:spPr>
        <p:txBody>
          <a:bodyPr>
            <a:normAutofit/>
          </a:bodyPr>
          <a:lstStyle/>
          <a:p>
            <a:r>
              <a:rPr lang="en-US" sz="4000" dirty="0"/>
              <a:t>🎯 </a:t>
            </a:r>
            <a:r>
              <a:rPr lang="en-US" sz="4000" b="1" dirty="0"/>
              <a:t>Thank You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92C18D-984D-A450-C4E2-054EEE61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19149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🙏 Thank You</a:t>
            </a:r>
            <a:br>
              <a:rPr lang="en-US" sz="2800" dirty="0"/>
            </a:br>
            <a:r>
              <a:rPr lang="en-US" sz="2800" dirty="0"/>
              <a:t>Any Questions?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3353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1621</TotalTime>
  <Words>348</Words>
  <Application>Microsoft Office PowerPoint</Application>
  <PresentationFormat>Widescreen</PresentationFormat>
  <Paragraphs>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🎯 Project Title:  </vt:lpstr>
      <vt:lpstr>🎯 Project Objective  </vt:lpstr>
      <vt:lpstr>🎯 Problem Statement</vt:lpstr>
      <vt:lpstr>🎯 Tools &amp; Technologies</vt:lpstr>
      <vt:lpstr>🎯 Project Architecture</vt:lpstr>
      <vt:lpstr>🎯 Data Cleaning Module</vt:lpstr>
      <vt:lpstr>🎯 Slide 7: Data Visualization</vt:lpstr>
      <vt:lpstr>🎯 MySQL Integration</vt:lpstr>
      <vt:lpstr>🎯 Machine Learning Model</vt:lpstr>
      <vt:lpstr>🎯 Prediction Output</vt:lpstr>
      <vt:lpstr>🎯 Key Features</vt:lpstr>
      <vt:lpstr>🎯 Challenges Faced</vt:lpstr>
      <vt:lpstr>🎯 Future Enhancements</vt:lpstr>
      <vt:lpstr>🎯 Conclusion </vt:lpstr>
      <vt:lpstr>🎯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Ranjith</dc:creator>
  <cp:lastModifiedBy>Ranjith</cp:lastModifiedBy>
  <cp:revision>6</cp:revision>
  <dcterms:created xsi:type="dcterms:W3CDTF">2026-04-22T14:34:17Z</dcterms:created>
  <dcterms:modified xsi:type="dcterms:W3CDTF">2026-04-23T17:35:40Z</dcterms:modified>
</cp:coreProperties>
</file>